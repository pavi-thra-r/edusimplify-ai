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83" r:id="rId2"/>
    <p:sldId id="257" r:id="rId3"/>
    <p:sldId id="282" r:id="rId4"/>
    <p:sldId id="290" r:id="rId5"/>
    <p:sldId id="285" r:id="rId6"/>
    <p:sldId id="291" r:id="rId7"/>
    <p:sldId id="278" r:id="rId8"/>
    <p:sldId id="281" r:id="rId9"/>
    <p:sldId id="279" r:id="rId10"/>
    <p:sldId id="262" r:id="rId11"/>
    <p:sldId id="264" r:id="rId12"/>
    <p:sldId id="286" r:id="rId13"/>
    <p:sldId id="287" r:id="rId14"/>
    <p:sldId id="292" r:id="rId15"/>
    <p:sldId id="293" r:id="rId16"/>
    <p:sldId id="294" r:id="rId17"/>
    <p:sldId id="296" r:id="rId18"/>
    <p:sldId id="297" r:id="rId19"/>
    <p:sldId id="298" r:id="rId20"/>
    <p:sldId id="280" r:id="rId21"/>
    <p:sldId id="288" r:id="rId22"/>
    <p:sldId id="289" r:id="rId23"/>
    <p:sldId id="27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i-thra-r/Edusimplify-AI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53841435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Pavithra 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1606pavi@gmail.com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9901541939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2" y="1724343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Education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IN" sz="2800" b="1" dirty="0" err="1"/>
              <a:t>EduSimplify</a:t>
            </a:r>
            <a:r>
              <a:rPr lang="en-IN" sz="2800" b="1" dirty="0"/>
              <a:t> AI – Personalized Course Content Simplification Agent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Recommended font style and size:</a:t>
            </a:r>
            <a:br>
              <a:rPr lang="en-US" sz="2000" dirty="0">
                <a:solidFill>
                  <a:srgbClr val="FF0000"/>
                </a:solidFill>
              </a:rPr>
            </a:b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Font Style: Arial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1F604-38D7-273C-0337-ECFD2D68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37" y="3617946"/>
            <a:ext cx="771561" cy="1006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05536" y="1098973"/>
            <a:ext cx="109809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Problem Statement : </a:t>
            </a:r>
            <a:r>
              <a:rPr lang="en-IN" sz="2000" b="1" dirty="0"/>
              <a:t>Course Content Simplification Agent</a:t>
            </a:r>
          </a:p>
          <a:p>
            <a:pPr algn="just"/>
            <a:endParaRPr lang="en-IN" sz="2000" b="1" dirty="0"/>
          </a:p>
          <a:p>
            <a:pPr algn="just"/>
            <a:r>
              <a:rPr lang="en-IN" sz="2000" b="1" dirty="0"/>
              <a:t>The Challenge</a:t>
            </a:r>
          </a:p>
          <a:p>
            <a:r>
              <a:rPr lang="en-US" sz="2000" dirty="0"/>
              <a:t>Academic materials can be </a:t>
            </a:r>
            <a:r>
              <a:rPr lang="en-US" sz="2000" b="1" dirty="0"/>
              <a:t>difficult and technical</a:t>
            </a:r>
            <a:r>
              <a:rPr lang="en-US" sz="2000" dirty="0"/>
              <a:t>, especially for students with different levels of prior knowledge. </a:t>
            </a:r>
            <a:r>
              <a:rPr lang="en-US" sz="2000" b="1" dirty="0"/>
              <a:t>Complex terminology, lengthy explanations, and unfamiliar concepts</a:t>
            </a:r>
            <a:r>
              <a:rPr lang="en-US" sz="2000" dirty="0"/>
              <a:t> can make learning challenging. The same explanation may not work equally well for </a:t>
            </a:r>
            <a:r>
              <a:rPr lang="en-US" sz="2000" b="1" dirty="0"/>
              <a:t>beginners, intermediate, and advanced learners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The Objective</a:t>
            </a:r>
          </a:p>
          <a:p>
            <a:r>
              <a:rPr lang="en-US" sz="2000" dirty="0"/>
              <a:t>Develop an </a:t>
            </a:r>
            <a:r>
              <a:rPr lang="en-US" sz="2000" b="1" dirty="0"/>
              <a:t>AI-powered Course Content Simplification Agent</a:t>
            </a:r>
            <a:r>
              <a:rPr lang="en-US" sz="2000" dirty="0"/>
              <a:t> that converts academic content into </a:t>
            </a:r>
            <a:r>
              <a:rPr lang="en-US" sz="2000" b="1" dirty="0"/>
              <a:t>level-appropriate explanations</a:t>
            </a:r>
            <a:r>
              <a:rPr lang="en-US" sz="2000" dirty="0"/>
              <a:t>, making learning more </a:t>
            </a:r>
            <a:r>
              <a:rPr lang="en-US" sz="2000" b="1" dirty="0"/>
              <a:t>personalized and inclusive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The System Should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Adapt content for </a:t>
            </a:r>
            <a:r>
              <a:rPr lang="en-US" sz="2000" b="1" dirty="0"/>
              <a:t>Beginner, Intermediate, and Advanced</a:t>
            </a:r>
            <a:r>
              <a:rPr lang="en-US" sz="2000" dirty="0"/>
              <a:t> learners.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 </a:t>
            </a:r>
            <a:r>
              <a:rPr lang="en-US" sz="2000" b="1" dirty="0"/>
              <a:t>textbooks, notes, and PDFs</a:t>
            </a:r>
            <a:r>
              <a:rPr lang="en-US" sz="2000" dirty="0"/>
              <a:t> to identify </a:t>
            </a:r>
            <a:r>
              <a:rPr lang="en-US" sz="2000" b="1" dirty="0"/>
              <a:t>key concepts and terminology</a:t>
            </a:r>
            <a:r>
              <a:rPr lang="en-US" sz="2000" dirty="0"/>
              <a:t>.</a:t>
            </a:r>
          </a:p>
          <a:p>
            <a:pPr algn="just"/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8976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7B6560-4612-2270-3287-2AF7D2B8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07" y="507244"/>
            <a:ext cx="1090080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Capabilities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address these challenges, the system should provide the following capabilities: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Level-Based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Present concepts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amount of detail and technical depth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each learner.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Make the same content available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languages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retaining essential technical terms.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Concept Understanding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 difficult topics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analogies, practical examples, key ideas, and important terms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 the material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exam-focused points, revision notes, and MCQ quizzes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Input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Allow students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paste text or upload PDFs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generate learning content based on their preferences.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&amp; Revise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Let students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the generated notes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later revision.</a:t>
            </a:r>
          </a:p>
        </p:txBody>
      </p:sp>
    </p:spTree>
    <p:extLst>
      <p:ext uri="{BB962C8B-B14F-4D97-AF65-F5344CB8AC3E}">
        <p14:creationId xmlns:p14="http://schemas.microsoft.com/office/powerpoint/2010/main" val="91936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03483"/>
            <a:ext cx="106070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Proposed Solution: </a:t>
            </a:r>
            <a:r>
              <a:rPr lang="en-US" sz="2000" b="1" dirty="0" err="1"/>
              <a:t>EduSimplify</a:t>
            </a:r>
            <a:r>
              <a:rPr lang="en-US" sz="2000" b="1" dirty="0"/>
              <a:t> AI – Course Content Simplification Agent</a:t>
            </a:r>
            <a:endParaRPr lang="en-US" sz="2000" dirty="0"/>
          </a:p>
          <a:p>
            <a:pPr algn="just"/>
            <a:r>
              <a:rPr lang="en-US" sz="2000" dirty="0" err="1"/>
              <a:t>EduSimplify</a:t>
            </a:r>
            <a:r>
              <a:rPr lang="en-US" sz="2000" dirty="0"/>
              <a:t> AI is an AI-based learning assistant that transforms complex academic material into clear and personalized study content.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system considers the learner’s proficiency level, language preference, and explanation needs while generating the content.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Students can provide text or PDF-based course material. The system identifies important concepts, terminology, examples, and learning points, then restructures the content for the selected level: Beginner, Intermediate, or Advanced.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Core Modules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Content Analysis Module</a:t>
            </a:r>
            <a:r>
              <a:rPr lang="en-US" sz="2000" dirty="0"/>
              <a:t> – Identifies key concepts, terminology, and essential information from the provided material.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Personalization Module</a:t>
            </a:r>
            <a:r>
              <a:rPr lang="en-US" sz="2000" dirty="0"/>
              <a:t> – Adjusts the complexity and depth of explanations according to the selected learner level.</a:t>
            </a:r>
          </a:p>
          <a:p>
            <a:pPr algn="just"/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7546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205D8-5060-36A0-E210-24768B31C41F}"/>
              </a:ext>
            </a:extLst>
          </p:cNvPr>
          <p:cNvSpPr txBox="1"/>
          <p:nvPr/>
        </p:nvSpPr>
        <p:spPr>
          <a:xfrm>
            <a:off x="441854" y="770238"/>
            <a:ext cx="110728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Multilingual Learning Module</a:t>
            </a:r>
            <a:r>
              <a:rPr lang="en-US" sz="2000" dirty="0"/>
              <a:t> – Provides explanations in English, Kannada, Hindi, Tamil, and Telugu while preserving important technical terms.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Learning Assistance Module</a:t>
            </a:r>
            <a:r>
              <a:rPr lang="en-US" sz="2000" dirty="0"/>
              <a:t> – Supports understanding through analogies, practical examples, key concepts, terminology, and simplified explanations.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Exam Preparation Module</a:t>
            </a:r>
            <a:r>
              <a:rPr lang="en-US" sz="2000" dirty="0"/>
              <a:t> – Generates exam points, quick revision notes, and 5 MCQs with answers from the given content.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/>
              <a:t>Streamlit</a:t>
            </a:r>
            <a:r>
              <a:rPr lang="en-US" sz="2000" b="1" dirty="0"/>
              <a:t> Interface</a:t>
            </a:r>
            <a:r>
              <a:rPr lang="en-US" sz="2000" dirty="0"/>
              <a:t> – Allows students to enter text or upload PDFs, select preferences, and generate personalized learning material.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AI Generation Component</a:t>
            </a:r>
            <a:r>
              <a:rPr lang="en-US" sz="2000" dirty="0"/>
              <a:t> – Combines the source material with learner requirements to produce explanations, analogies, examples, exam points, revision notes, quizzes, and a one-line summary.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Overall</a:t>
            </a:r>
            <a:r>
              <a:rPr lang="en-US" sz="2000" dirty="0"/>
              <a:t>, </a:t>
            </a:r>
            <a:r>
              <a:rPr lang="en-US" sz="2000" dirty="0" err="1"/>
              <a:t>EduSimplify</a:t>
            </a:r>
            <a:r>
              <a:rPr lang="en-US" sz="2000" dirty="0"/>
              <a:t> AI functions as an end-to-end personalized learning assistant that helps students understand, learn, and revise academic content according to their proficiency level.</a:t>
            </a:r>
          </a:p>
        </p:txBody>
      </p:sp>
    </p:spTree>
    <p:extLst>
      <p:ext uri="{BB962C8B-B14F-4D97-AF65-F5344CB8AC3E}">
        <p14:creationId xmlns:p14="http://schemas.microsoft.com/office/powerpoint/2010/main" val="323096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524996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838200" y="1234163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LangFlow</a:t>
            </a:r>
            <a:r>
              <a:rPr lang="en-IN" sz="2000" dirty="0"/>
              <a:t> – Used to visually create and manage </a:t>
            </a:r>
            <a:r>
              <a:rPr lang="en-IN" sz="2000" b="1" dirty="0"/>
              <a:t>AI workflows and agent processes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Granite Model</a:t>
            </a:r>
            <a:r>
              <a:rPr lang="en-IN" sz="2000" dirty="0"/>
              <a:t> – Handles </a:t>
            </a:r>
            <a:r>
              <a:rPr lang="en-IN" sz="2000" b="1" dirty="0"/>
              <a:t>language understanding, simplification, reasoning, summarization, and content personalization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Cloud</a:t>
            </a:r>
            <a:r>
              <a:rPr lang="en-IN" sz="2000" dirty="0"/>
              <a:t> – Provides a </a:t>
            </a:r>
            <a:r>
              <a:rPr lang="en-IN" sz="2000" b="1" dirty="0"/>
              <a:t>secure and scalable environment</a:t>
            </a:r>
            <a:r>
              <a:rPr lang="en-IN" sz="2000" dirty="0"/>
              <a:t> for developing and deploying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RAG (Retrieval-Augmented Generation)</a:t>
            </a:r>
            <a:r>
              <a:rPr lang="en-IN" sz="2000" dirty="0"/>
              <a:t> – Retrieves </a:t>
            </a:r>
            <a:r>
              <a:rPr lang="en-IN" sz="2000" b="1" dirty="0"/>
              <a:t>relevant information from trusted academic sources</a:t>
            </a:r>
            <a:r>
              <a:rPr lang="en-IN" sz="2000" dirty="0"/>
              <a:t> to improve the accuracy of generated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watsonx.ai</a:t>
            </a:r>
            <a:r>
              <a:rPr lang="en-IN" sz="2000" dirty="0"/>
              <a:t> – Supports </a:t>
            </a:r>
            <a:r>
              <a:rPr lang="en-IN" sz="2000" b="1" dirty="0"/>
              <a:t>foundation models, embeddings, AI development, and governance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Vector Database (FAISS/Chroma)</a:t>
            </a:r>
            <a:r>
              <a:rPr lang="en-IN" sz="2000" dirty="0"/>
              <a:t> – Stores </a:t>
            </a:r>
            <a:r>
              <a:rPr lang="en-IN" sz="2000" b="1" dirty="0"/>
              <a:t>content embeddings</a:t>
            </a:r>
            <a:r>
              <a:rPr lang="en-IN" sz="2000" dirty="0"/>
              <a:t> and enables efficient retrieval for the RAG pipeline.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Streamlit</a:t>
            </a:r>
            <a:r>
              <a:rPr lang="en-IN" sz="2000" dirty="0"/>
              <a:t> – Provides the </a:t>
            </a:r>
            <a:r>
              <a:rPr lang="en-IN" sz="2000" b="1" dirty="0"/>
              <a:t>interactive interface</a:t>
            </a:r>
            <a:r>
              <a:rPr lang="en-IN" sz="2000" dirty="0"/>
              <a:t> for uploading PDFs, entering text, choosing preferences, and viewing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Python</a:t>
            </a:r>
            <a:r>
              <a:rPr lang="en-IN" sz="2000" dirty="0"/>
              <a:t> – Used for </a:t>
            </a:r>
            <a:r>
              <a:rPr lang="en-IN" sz="2000" b="1" dirty="0"/>
              <a:t>PDF processing, AI integration, prompt handling, and application logic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component Used -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CEC992D-0EED-0A0C-2F86-DAA6581F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89" y="779666"/>
            <a:ext cx="1101094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Chat Input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Students enter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content, questions, learning level, preferred language, and explanation 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IBM watsonx.ai Agent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process the input and adapt the content to the selected proficiency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IBM Granite Model – Granite-4.0-8B-Instruct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understanding, reasoning, summarization, and personalized content generation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Chat Output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Presents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 explanations, analogies, key concepts, examples, exam points, revision notes, and MCQ quizzes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 File Component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Enables students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academic PDFs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are passed to the AI workflow for analysis and simplification.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6) Prompt Template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Organizes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student’s content and 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structured instructions for generating personalized learning material.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AE9A9-700A-79A4-7F5C-91AAE5886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7702"/>
            <a:ext cx="12192000" cy="476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1AE92-AE91-AEE0-936D-F3E2C5154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288925"/>
            <a:ext cx="9420225" cy="6280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1B8083-A5FC-3A8A-E9F0-A350170E68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094"/>
          <a:stretch>
            <a:fillRect/>
          </a:stretch>
        </p:blipFill>
        <p:spPr>
          <a:xfrm>
            <a:off x="295275" y="206375"/>
            <a:ext cx="328612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160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B88E62-1237-5E35-DFF4-7DD71092B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23" y="1035536"/>
            <a:ext cx="867270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EduSimplify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to go beyond basic question answering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course material and learner needs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creating suitable learning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Understanding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Examines text/PDFs to extract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concepts and terminology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 Adaptation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Adjusts explanation complexity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Beginner, Intermediate, or Advanced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explanations, analogies, examples, revision notes, and quizzes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learner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Generates content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chosen 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keeping essential technical terms.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Awareness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Combines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provided material with relevant retrieved information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maintain context and improve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Coordination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Handles multiple stages, including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analysis, simplification, learning support, and exam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one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Dynamically responds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inputs and changing 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13232" y="86916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4D592D-373E-5A18-9E0C-347405C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74" y="909713"/>
            <a:ext cx="1102505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EduSimplify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brings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AI, adaptive learning, personalization, multilingual support, and content simplification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together in one educational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Changes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 and detail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explanations based on the learner’s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Beginner, Intermediate, or Advanced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Explanations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Adjusts content according to the student’s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level, language, and preferred explanation style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English, Kannada, Hindi, Tamil, and Telugu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access to technical academic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Content Simplification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Transforms complex material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explanations, analogies, practical examples, and key concepts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exam-focused points, revision notes, and MCQ quizzes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from the learning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PDF-to-Learning Conversion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Converts lengthy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PDFs into structured and easier-to-understand study material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Agent Workflow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analysis, simplification, learning support, and exam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one coordinated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Enables students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knowledge levels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learn the same topic at a suitable level of complexity.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3"/>
            <a:ext cx="9214580" cy="118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err="1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2000" dirty="0">
                <a:latin typeface="+mj-lt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dirty="0">
                <a:latin typeface="+mj-lt"/>
                <a:ea typeface="Times New Roman"/>
                <a:cs typeface="Times New Roman"/>
                <a:sym typeface="Times New Roman"/>
                <a:hlinkClick r:id="rId3"/>
              </a:rPr>
              <a:t>https://github.com/pavi-thra-r/Edusimplify-AI.git</a:t>
            </a: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1FD625-CEE8-B0E8-3B7C-3728EB2D0CD5}"/>
              </a:ext>
            </a:extLst>
          </p:cNvPr>
          <p:cNvSpPr txBox="1"/>
          <p:nvPr/>
        </p:nvSpPr>
        <p:spPr>
          <a:xfrm>
            <a:off x="733806" y="44047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Project Screenshots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85B382D-6DA7-FB89-2AC8-798B999D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963692"/>
            <a:ext cx="10524744" cy="522396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BDCC2D6-009B-77EC-494C-B5F020E0E9FC}"/>
              </a:ext>
            </a:extLst>
          </p:cNvPr>
          <p:cNvSpPr txBox="1"/>
          <p:nvPr/>
        </p:nvSpPr>
        <p:spPr>
          <a:xfrm>
            <a:off x="2857500" y="61876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Home / Input Screen</a:t>
            </a:r>
          </a:p>
        </p:txBody>
      </p:sp>
    </p:spTree>
    <p:extLst>
      <p:ext uri="{BB962C8B-B14F-4D97-AF65-F5344CB8AC3E}">
        <p14:creationId xmlns:p14="http://schemas.microsoft.com/office/powerpoint/2010/main" val="2308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32738-DAFC-9096-9DDB-A151B083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49"/>
            <a:ext cx="12192000" cy="5952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07F1D-D3F3-8CDA-55C0-33614F3347A9}"/>
              </a:ext>
            </a:extLst>
          </p:cNvPr>
          <p:cNvSpPr txBox="1"/>
          <p:nvPr/>
        </p:nvSpPr>
        <p:spPr>
          <a:xfrm>
            <a:off x="2971800" y="61516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Personalized Learning Output</a:t>
            </a:r>
          </a:p>
        </p:txBody>
      </p:sp>
    </p:spTree>
    <p:extLst>
      <p:ext uri="{BB962C8B-B14F-4D97-AF65-F5344CB8AC3E}">
        <p14:creationId xmlns:p14="http://schemas.microsoft.com/office/powerpoint/2010/main" val="366321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0B989-511F-1110-C2E0-4B8A7957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3" y="0"/>
            <a:ext cx="9974775" cy="5781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AF281-92BF-DB89-C700-FC96559F99D7}"/>
              </a:ext>
            </a:extLst>
          </p:cNvPr>
          <p:cNvSpPr txBox="1"/>
          <p:nvPr/>
        </p:nvSpPr>
        <p:spPr>
          <a:xfrm>
            <a:off x="2971800" y="61516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Personalized Learning Output</a:t>
            </a:r>
          </a:p>
        </p:txBody>
      </p:sp>
    </p:spTree>
    <p:extLst>
      <p:ext uri="{BB962C8B-B14F-4D97-AF65-F5344CB8AC3E}">
        <p14:creationId xmlns:p14="http://schemas.microsoft.com/office/powerpoint/2010/main" val="3116722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1C370-A27B-4801-4007-5292279D5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33409"/>
            <a:ext cx="11620500" cy="5637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8613A-18AA-3B9B-F603-F97CCE6D868E}"/>
              </a:ext>
            </a:extLst>
          </p:cNvPr>
          <p:cNvSpPr txBox="1"/>
          <p:nvPr/>
        </p:nvSpPr>
        <p:spPr>
          <a:xfrm>
            <a:off x="2847975" y="600878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PDF Upload Screen</a:t>
            </a:r>
          </a:p>
        </p:txBody>
      </p:sp>
    </p:spTree>
    <p:extLst>
      <p:ext uri="{BB962C8B-B14F-4D97-AF65-F5344CB8AC3E}">
        <p14:creationId xmlns:p14="http://schemas.microsoft.com/office/powerpoint/2010/main" val="1340615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50B06-FB62-586C-C6D5-5637FE1D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30198"/>
            <a:ext cx="11677650" cy="5799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2B4F5E-DAF2-F7AF-3E8C-53701CAFB2FE}"/>
              </a:ext>
            </a:extLst>
          </p:cNvPr>
          <p:cNvSpPr txBox="1"/>
          <p:nvPr/>
        </p:nvSpPr>
        <p:spPr>
          <a:xfrm>
            <a:off x="2781300" y="62278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Multilingual Learning Option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58156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74653-ED4D-D264-50A6-74E85E13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00"/>
            <a:ext cx="12192000" cy="60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B3B401-3DDC-06C1-9815-8735144DE980}"/>
              </a:ext>
            </a:extLst>
          </p:cNvPr>
          <p:cNvSpPr txBox="1"/>
          <p:nvPr/>
        </p:nvSpPr>
        <p:spPr>
          <a:xfrm>
            <a:off x="2781300" y="62278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Multilingual Learning Option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2937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98100" y="26156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94360" y="1044263"/>
            <a:ext cx="11201400" cy="547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AI-Powered Voice Assistant &amp; Multilingual Expansion –</a:t>
            </a:r>
            <a:br>
              <a:rPr lang="en-IN" sz="2000" dirty="0"/>
            </a:br>
            <a:r>
              <a:rPr lang="en-IN" sz="2000" dirty="0"/>
              <a:t>The system can be enhanced with a </a:t>
            </a:r>
            <a:r>
              <a:rPr lang="en-IN" sz="2000" b="1" dirty="0"/>
              <a:t>voice-enabled learning assistant</a:t>
            </a:r>
            <a:r>
              <a:rPr lang="en-IN" sz="2000" dirty="0"/>
              <a:t> and additional regional languages. Students will be able to interact naturally through voice and receive simplified academic explanations in their preferred language, improving accessibility and inclusiveness.</a:t>
            </a:r>
          </a:p>
          <a:p>
            <a:r>
              <a:rPr lang="en-IN" sz="2000" b="1" dirty="0"/>
              <a:t>2. Personalized Learning Progress Tracking –</a:t>
            </a:r>
            <a:br>
              <a:rPr lang="en-IN" sz="2000" dirty="0"/>
            </a:br>
            <a:r>
              <a:rPr lang="en-IN" sz="2000" dirty="0"/>
              <a:t>The system can track a student's </a:t>
            </a:r>
            <a:r>
              <a:rPr lang="en-IN" sz="2000" b="1" dirty="0"/>
              <a:t>topics studied, quiz performance, learning level, and revision history</a:t>
            </a:r>
            <a:r>
              <a:rPr lang="en-IN" sz="2000" dirty="0"/>
              <a:t> to provide more personalized recommendations and identify areas that require additional attention.</a:t>
            </a:r>
          </a:p>
          <a:p>
            <a:r>
              <a:rPr lang="en-IN" sz="2000" b="1" dirty="0"/>
              <a:t>3. Voice-Based &amp; Interactive Learning –</a:t>
            </a:r>
            <a:br>
              <a:rPr lang="en-IN" sz="2000" dirty="0"/>
            </a:br>
            <a:r>
              <a:rPr lang="en-IN" sz="2000" dirty="0"/>
              <a:t>Students could ask questions verbally and receive </a:t>
            </a:r>
            <a:r>
              <a:rPr lang="en-IN" sz="2000" b="1" dirty="0"/>
              <a:t>spoken explanations, examples, and revision assistance</a:t>
            </a:r>
            <a:r>
              <a:rPr lang="en-IN" sz="2000" dirty="0"/>
              <a:t>, making the system more accessible for different learning preferences.</a:t>
            </a:r>
          </a:p>
          <a:p>
            <a:r>
              <a:rPr lang="en-IN" sz="2000" b="1" dirty="0"/>
              <a:t>4. Integration with Educational Platforms –</a:t>
            </a:r>
            <a:br>
              <a:rPr lang="en-IN" sz="2000" dirty="0"/>
            </a:br>
            <a:r>
              <a:rPr lang="en-IN" sz="2000" dirty="0" err="1"/>
              <a:t>EduSimplify</a:t>
            </a:r>
            <a:r>
              <a:rPr lang="en-IN" sz="2000" dirty="0"/>
              <a:t> AI could be integrated with </a:t>
            </a:r>
            <a:r>
              <a:rPr lang="en-IN" sz="2000" b="1" dirty="0"/>
              <a:t>Learning Management Systems (LMS), digital classrooms, and institutional course repositories</a:t>
            </a:r>
            <a:r>
              <a:rPr lang="en-IN" sz="2000" dirty="0"/>
              <a:t> to automatically simplify course materials and support students throughout their academic journey.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CFA62-E196-4C5C-7342-2F3CC17F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9" y="1213281"/>
            <a:ext cx="7277497" cy="535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299DA-2ADB-379D-3907-941F1A3D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34" y="1388533"/>
            <a:ext cx="9609666" cy="524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1452</Words>
  <Application>Microsoft Office PowerPoint</Application>
  <PresentationFormat>Widescreen</PresentationFormat>
  <Paragraphs>115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Smrutham .</cp:lastModifiedBy>
  <cp:revision>22</cp:revision>
  <dcterms:created xsi:type="dcterms:W3CDTF">2025-07-08T05:06:56Z</dcterms:created>
  <dcterms:modified xsi:type="dcterms:W3CDTF">2026-09-11T18:23:22Z</dcterms:modified>
</cp:coreProperties>
</file>